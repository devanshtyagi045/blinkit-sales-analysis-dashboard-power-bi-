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129778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878F1E-7FDF-B930-48A8-39A40321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0" y="973393"/>
            <a:ext cx="11208774" cy="56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2FA84A-0C98-9E33-66F4-66C7A409E7B9}"/>
              </a:ext>
            </a:extLst>
          </p:cNvPr>
          <p:cNvSpPr txBox="1"/>
          <p:nvPr/>
        </p:nvSpPr>
        <p:spPr>
          <a:xfrm>
            <a:off x="4024311" y="2251585"/>
            <a:ext cx="4411765" cy="2308324"/>
          </a:xfrm>
          <a:prstGeom prst="rect">
            <a:avLst/>
          </a:prstGeom>
          <a:solidFill>
            <a:srgbClr val="FFD2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THANK YOU</a:t>
            </a:r>
            <a:endParaRPr lang="en-IN" sz="72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440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Devansh tyagi</cp:lastModifiedBy>
  <cp:revision>12</cp:revision>
  <dcterms:created xsi:type="dcterms:W3CDTF">2024-06-24T12:27:37Z</dcterms:created>
  <dcterms:modified xsi:type="dcterms:W3CDTF">2026-06-25T10:28:15Z</dcterms:modified>
</cp:coreProperties>
</file>